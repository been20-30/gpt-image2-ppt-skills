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clean_plate" descr="clean-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watercolor_text_panel"/>
          <p:cNvSpPr/>
          <p:nvPr/>
        </p:nvSpPr>
        <p:spPr>
          <a:xfrm>
            <a:off x="597918" y="1100486"/>
            <a:ext cx="5075011" cy="4438386"/>
          </a:xfrm>
          <a:prstGeom prst="roundRect">
            <a:avLst/>
          </a:prstGeom>
          <a:solidFill>
            <a:srgbClr val="FFFDE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ummer_badge"/>
          <p:cNvSpPr/>
          <p:nvPr/>
        </p:nvSpPr>
        <p:spPr>
          <a:xfrm rot="21120000">
            <a:off x="4659385" y="2973500"/>
            <a:ext cx="780210" cy="779815"/>
          </a:xfrm>
          <a:prstGeom prst="star5">
            <a:avLst/>
          </a:prstGeom>
          <a:solidFill>
            <a:srgbClr val="59B9EB"/>
          </a:solidFill>
          <a:ln w="12700">
            <a:solidFill>
              <a:srgbClr val="59B9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roduct_banner"/>
          <p:cNvSpPr/>
          <p:nvPr/>
        </p:nvSpPr>
        <p:spPr>
          <a:xfrm>
            <a:off x="1232294" y="3913651"/>
            <a:ext cx="3609383" cy="604903"/>
          </a:xfrm>
          <a:prstGeom prst="roundRect">
            <a:avLst/>
          </a:prstGeom>
          <a:solidFill>
            <a:srgbClr val="FFF8CD"/>
          </a:solidFill>
          <a:ln w="17780">
            <a:solidFill>
              <a:srgbClr val="F4BE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ecor_star_1"/>
          <p:cNvSpPr/>
          <p:nvPr/>
        </p:nvSpPr>
        <p:spPr>
          <a:xfrm>
            <a:off x="911460" y="1144214"/>
            <a:ext cx="204167" cy="204063"/>
          </a:xfrm>
          <a:prstGeom prst="star5">
            <a:avLst/>
          </a:prstGeom>
          <a:solidFill>
            <a:srgbClr val="FFD124"/>
          </a:solidFill>
          <a:ln w="12700">
            <a:solidFill>
              <a:srgbClr val="FFD1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ecor_star_2"/>
          <p:cNvSpPr/>
          <p:nvPr/>
        </p:nvSpPr>
        <p:spPr>
          <a:xfrm>
            <a:off x="5169803" y="1464886"/>
            <a:ext cx="167708" cy="167623"/>
          </a:xfrm>
          <a:prstGeom prst="star5">
            <a:avLst/>
          </a:prstGeom>
          <a:solidFill>
            <a:srgbClr val="FFD124"/>
          </a:solidFill>
          <a:ln w="12700">
            <a:solidFill>
              <a:srgbClr val="FFD1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ecor_star_3"/>
          <p:cNvSpPr/>
          <p:nvPr/>
        </p:nvSpPr>
        <p:spPr>
          <a:xfrm>
            <a:off x="5169803" y="4890242"/>
            <a:ext cx="182292" cy="182199"/>
          </a:xfrm>
          <a:prstGeom prst="star5">
            <a:avLst/>
          </a:prstGeom>
          <a:solidFill>
            <a:srgbClr val="FFD124"/>
          </a:solidFill>
          <a:ln w="12700">
            <a:solidFill>
              <a:srgbClr val="FFD1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agline"/>
          <p:cNvSpPr txBox="1"/>
          <p:nvPr/>
        </p:nvSpPr>
        <p:spPr>
          <a:xfrm>
            <a:off x="1144794" y="1421158"/>
            <a:ext cx="4025009" cy="4154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4D875B"/>
                </a:solidFill>
                <a:latin typeface="HanziPen SC"/>
              </a:rPr>
              <a:t>★  把夏天 · 甜进心里  ☆</a:t>
            </a:r>
          </a:p>
        </p:txBody>
      </p:sp>
      <p:sp>
        <p:nvSpPr>
          <p:cNvPr id="10" name="main_title"/>
          <p:cNvSpPr txBox="1"/>
          <p:nvPr/>
        </p:nvSpPr>
        <p:spPr>
          <a:xfrm>
            <a:off x="867710" y="1873013"/>
            <a:ext cx="4345843" cy="142115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800" b="1">
                <a:solidFill>
                  <a:srgbClr val="4A8750"/>
                </a:solidFill>
                <a:latin typeface="HanziPen SC"/>
              </a:rPr>
              <a:t>星星人</a:t>
            </a:r>
          </a:p>
        </p:txBody>
      </p:sp>
      <p:sp>
        <p:nvSpPr>
          <p:cNvPr id="11" name="summer_badge_text"/>
          <p:cNvSpPr txBox="1"/>
          <p:nvPr/>
        </p:nvSpPr>
        <p:spPr>
          <a:xfrm>
            <a:off x="4739594" y="3060956"/>
            <a:ext cx="605209" cy="5320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Hiragino Sans GB"/>
              </a:rPr>
              <a:t>夏日
限定</a:t>
            </a:r>
          </a:p>
        </p:txBody>
      </p:sp>
      <p:sp>
        <p:nvSpPr>
          <p:cNvPr id="12" name="product_line"/>
          <p:cNvSpPr txBox="1"/>
          <p:nvPr/>
        </p:nvSpPr>
        <p:spPr>
          <a:xfrm>
            <a:off x="1356253" y="3971955"/>
            <a:ext cx="3383341" cy="48829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500" b="1">
                <a:solidFill>
                  <a:srgbClr val="4A8750"/>
                </a:solidFill>
                <a:latin typeface="HanziPen SC"/>
              </a:rPr>
              <a:t>粽子 × 冰淇淋</a:t>
            </a:r>
          </a:p>
        </p:txBody>
      </p:sp>
      <p:sp>
        <p:nvSpPr>
          <p:cNvPr id="13" name="footer"/>
          <p:cNvSpPr txBox="1"/>
          <p:nvPr/>
        </p:nvSpPr>
        <p:spPr>
          <a:xfrm>
            <a:off x="1050002" y="4802786"/>
            <a:ext cx="4068759" cy="4154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4D875B"/>
                </a:solidFill>
                <a:latin typeface="Hiragino Sans GB"/>
              </a:rPr>
              <a:t>★  软萌星星人 · 惊喜盲盒系列  ★</a:t>
            </a:r>
          </a:p>
        </p:txBody>
      </p:sp>
      <p:pic>
        <p:nvPicPr>
          <p:cNvPr id="14" name="mascot_icecream_group" descr="mascot-icecream-gro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6679" y="568463"/>
            <a:ext cx="5804180" cy="589598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